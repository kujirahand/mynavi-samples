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E0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29"/>
  </p:normalViewPr>
  <p:slideViewPr>
    <p:cSldViewPr snapToGrid="0">
      <p:cViewPr varScale="1">
        <p:scale>
          <a:sx n="115" d="100"/>
          <a:sy n="115" d="100"/>
        </p:scale>
        <p:origin x="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97E55B-B75F-DAE8-3D49-7E2B57000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A5F68E1-8568-6987-2A5F-0C130DDAC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DD7718-627A-CC0B-E552-5F227BEC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9EE99-4454-0244-9F72-886DDE0B7C4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807555-0075-A88C-D12A-99076B46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494154-8AE0-43C5-7FD2-B40701D2A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997E-5D6A-7045-9544-1603D4243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1582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DBC834-8EDE-60B0-648D-0B16BC762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84108C-5183-AE32-0DC4-0A0640B4C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174BDD-7875-A785-0D67-BC454986D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9EE99-4454-0244-9F72-886DDE0B7C4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A5333A-3B84-E6DF-E991-945BFAB93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DEB899-F29F-95FE-0A4F-4BDCD1225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997E-5D6A-7045-9544-1603D4243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01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7E9B8-5CDE-A46D-7B45-321EF03BD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D714B1-CAC6-B9A1-6C13-C220626D2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45E7DB-0CDF-E637-18A8-EF2DD6978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9EE99-4454-0244-9F72-886DDE0B7C4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DEF4DE-910E-2FAB-2666-D438031B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D9CC33-5B52-601E-5046-FB8A2F3D7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997E-5D6A-7045-9544-1603D4243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556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5FCC90-0EF5-282D-F0DE-A638D509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51BB7B-9D4D-4375-2FCA-C05157279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BB0C37-1315-BD9A-915E-1F99E7833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623D47-0354-1B0F-7FF5-89BA82451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9EE99-4454-0244-9F72-886DDE0B7C4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C3B194A-B093-A48C-3C50-EDAEF2D7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2CD671-9EEA-BDC6-412D-2A940F5C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997E-5D6A-7045-9544-1603D4243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582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3086CA-BB7A-0A2B-BACB-F203ECD4B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2D2563-C1C2-CBCA-92C9-4D07EE3B4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64D3CC-1EB4-71F1-4ED6-AADD45A55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C4D6BF-EBFD-E785-203D-2834C3B87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2304ECD-200D-4EFE-1607-54A6EE8706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571928E-A3DD-5B25-44C7-61C0D8740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9EE99-4454-0244-9F72-886DDE0B7C4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E0DDBB3-C8D8-C2B8-C1BC-AFD26385E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AD8948B-F11D-25C3-075B-85C7A1B92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997E-5D6A-7045-9544-1603D4243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197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3B2CA5-2A35-3BEE-5DC0-03D639990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E51CD3D-7536-88DC-516A-377D4B06E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9EE99-4454-0244-9F72-886DDE0B7C4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C432BAB-4395-673F-CD61-1CDB13F76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182CBB3-EC64-F74A-54CD-081B6EDE1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997E-5D6A-7045-9544-1603D4243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12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BB872F8-ED7B-7515-8E86-B44C81DFD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9EE99-4454-0244-9F72-886DDE0B7C4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288B6AE-F5BC-9EF0-64BD-1D214826E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49EF31-F26A-E15E-88D5-651467F4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997E-5D6A-7045-9544-1603D4243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8606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8BCACC-F7D8-5F19-01E3-20A06E5E1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32F8C7-7D3C-9835-2EF8-27745BCB1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D1F4727-E5A9-E237-3F85-3B4856B71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65AE35-E5E7-84F0-5701-498553B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9EE99-4454-0244-9F72-886DDE0B7C4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CC49CD-5A1E-02FA-B73F-12C3AE79D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92FFB8-FBFB-DFDB-9928-11CBDEAD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997E-5D6A-7045-9544-1603D4243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4958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B6411-CF64-A387-EF22-4E56C2A34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D43AE74-48ED-2D4C-7682-07CD71B73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CF5EDCD-238E-D09B-5A45-ADEA208C1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902FAD-95D5-ABCB-F5F6-53E9B914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9EE99-4454-0244-9F72-886DDE0B7C4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3024E8-D712-DD78-EDBF-8FD71F2F6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C9CC4A-07C8-0F9A-BEA1-FD17E7010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997E-5D6A-7045-9544-1603D4243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161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A18F06-C2BC-FDD0-DEBF-E82D1B84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CA1F11B-2272-B6BF-9353-66FFB8D41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6EC65-737E-060B-791D-062487D73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9EE99-4454-0244-9F72-886DDE0B7C4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85B837-C3D3-CB3F-544E-00805351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B37C21-E642-F501-2118-711735DBD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997E-5D6A-7045-9544-1603D4243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71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FF601E7-CD4E-1130-05D9-0C7EC7AD9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5D657B-B370-ECC7-E934-D0B9B4542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C77982-D20B-7311-0E9F-9BEB6D59A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9EE99-4454-0244-9F72-886DDE0B7C4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F042CD-31B2-EDA2-01EF-285F9C438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F1495B-635E-905E-A5E2-C235A653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E997E-5D6A-7045-9544-1603D4243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9178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B0B89EB-0EBE-2C12-999D-2BF570A11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71B772-F482-5064-28A8-80631D21F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BCBF58-BBBA-215C-EFF4-5B466E6C2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49EE99-4454-0244-9F72-886DDE0B7C4E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D2D8EE-66F9-FBF2-513F-E0C427EDD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A3B70D-3BFA-9173-2604-CF69F1512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5E997E-5D6A-7045-9544-1603D42430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5603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雪, テーブル, 覆い, 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4D20E3E-1654-BF5E-F993-F161C2D2D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09" y="357179"/>
            <a:ext cx="9210966" cy="614364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F0984C6-9532-5FBB-4BB4-C0CB5077F32D}"/>
              </a:ext>
            </a:extLst>
          </p:cNvPr>
          <p:cNvSpPr txBox="1"/>
          <p:nvPr/>
        </p:nvSpPr>
        <p:spPr>
          <a:xfrm>
            <a:off x="7655904" y="4456862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（株）会社名会社名</a:t>
            </a:r>
            <a:endParaRPr kumimoji="1" lang="en-US" altLang="ja-JP" sz="1600" dirty="0">
              <a:latin typeface="Toppan Bunkyu Midashi Mincho Extrabold" panose="02020900000000000000" pitchFamily="18" charset="-128"/>
              <a:ea typeface="Toppan Bunkyu Midashi Mincho Extrabold" panose="02020900000000000000" pitchFamily="18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9CFE3C0-054E-24A9-98E2-485469F13F67}"/>
              </a:ext>
            </a:extLst>
          </p:cNvPr>
          <p:cNvSpPr txBox="1"/>
          <p:nvPr/>
        </p:nvSpPr>
        <p:spPr>
          <a:xfrm>
            <a:off x="4671791" y="861056"/>
            <a:ext cx="17812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領</a:t>
            </a:r>
            <a:r>
              <a:rPr kumimoji="1" lang="en-US" altLang="ja-JP" sz="3600" dirty="0"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 </a:t>
            </a:r>
            <a:r>
              <a:rPr kumimoji="1" lang="ja-JP" altLang="en-US" sz="3600"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収</a:t>
            </a:r>
            <a:r>
              <a:rPr kumimoji="1" lang="en-US" altLang="ja-JP" sz="3600" dirty="0"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 </a:t>
            </a:r>
            <a:r>
              <a:rPr kumimoji="1" lang="ja-JP" altLang="en-US" sz="3600"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08856A2-7F47-32D0-C152-831BCBE822C6}"/>
              </a:ext>
            </a:extLst>
          </p:cNvPr>
          <p:cNvSpPr txBox="1"/>
          <p:nvPr/>
        </p:nvSpPr>
        <p:spPr>
          <a:xfrm>
            <a:off x="7879945" y="4797136"/>
            <a:ext cx="9364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〒</a:t>
            </a:r>
            <a:r>
              <a:rPr kumimoji="1" lang="en-US" altLang="ja-JP" sz="1100" dirty="0"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123-0000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9BCFA4A-7FA3-19A9-9AA4-8EDCBF5DAE28}"/>
              </a:ext>
            </a:extLst>
          </p:cNvPr>
          <p:cNvSpPr txBox="1"/>
          <p:nvPr/>
        </p:nvSpPr>
        <p:spPr>
          <a:xfrm>
            <a:off x="7868301" y="5014501"/>
            <a:ext cx="149752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東京都渋谷区＊＊＊</a:t>
            </a:r>
            <a:endParaRPr kumimoji="1" lang="en-US" altLang="ja-JP" sz="1100" dirty="0">
              <a:latin typeface="Toppan Bunkyu Midashi Mincho Extrabold" panose="02020900000000000000" pitchFamily="18" charset="-128"/>
              <a:ea typeface="Toppan Bunkyu Midashi Mincho Extrabold" panose="02020900000000000000" pitchFamily="18" charset="-128"/>
            </a:endParaRPr>
          </a:p>
          <a:p>
            <a:r>
              <a:rPr lang="ja-JP" altLang="en-US" sz="1100"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電話</a:t>
            </a:r>
            <a:r>
              <a:rPr lang="en-US" altLang="ja-JP" sz="1100" dirty="0"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: 000-000-0000</a:t>
            </a:r>
          </a:p>
          <a:p>
            <a:r>
              <a:rPr kumimoji="1" lang="ja-JP" altLang="en-US" sz="1100"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登録番号</a:t>
            </a:r>
            <a:r>
              <a:rPr kumimoji="1" lang="en-US" altLang="ja-JP" sz="1100" dirty="0"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: T 0000000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0C0492F-9DC0-D261-9462-7AE9AE8460F3}"/>
              </a:ext>
            </a:extLst>
          </p:cNvPr>
          <p:cNvSpPr txBox="1"/>
          <p:nvPr/>
        </p:nvSpPr>
        <p:spPr>
          <a:xfrm>
            <a:off x="8767732" y="4194392"/>
            <a:ext cx="6479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発行者</a:t>
            </a:r>
            <a:r>
              <a:rPr kumimoji="1" lang="en-US" altLang="ja-JP" sz="1100" dirty="0"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: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72C32AB-B8DF-1538-FB0B-A3CAA506812E}"/>
              </a:ext>
            </a:extLst>
          </p:cNvPr>
          <p:cNvCxnSpPr/>
          <p:nvPr/>
        </p:nvCxnSpPr>
        <p:spPr>
          <a:xfrm>
            <a:off x="4374814" y="1509359"/>
            <a:ext cx="2375210" cy="0"/>
          </a:xfrm>
          <a:prstGeom prst="line">
            <a:avLst/>
          </a:prstGeom>
          <a:ln>
            <a:solidFill>
              <a:srgbClr val="FAE0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947DC26-6D58-A1DD-D711-23BF945CC52D}"/>
              </a:ext>
            </a:extLst>
          </p:cNvPr>
          <p:cNvCxnSpPr>
            <a:cxnSpLocks/>
          </p:cNvCxnSpPr>
          <p:nvPr/>
        </p:nvCxnSpPr>
        <p:spPr>
          <a:xfrm>
            <a:off x="7655904" y="4795416"/>
            <a:ext cx="2112564" cy="0"/>
          </a:xfrm>
          <a:prstGeom prst="line">
            <a:avLst/>
          </a:prstGeom>
          <a:ln>
            <a:solidFill>
              <a:srgbClr val="FAE0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734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</Words>
  <Application>Microsoft Macintosh PowerPoint</Application>
  <PresentationFormat>ワイド画面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Toppan Bunkyu Midashi Mincho Extrabold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kujirahand</dc:creator>
  <cp:lastModifiedBy>kujirahand</cp:lastModifiedBy>
  <cp:revision>1</cp:revision>
  <dcterms:created xsi:type="dcterms:W3CDTF">2026-01-11T13:56:30Z</dcterms:created>
  <dcterms:modified xsi:type="dcterms:W3CDTF">2026-01-11T14:06:45Z</dcterms:modified>
</cp:coreProperties>
</file>